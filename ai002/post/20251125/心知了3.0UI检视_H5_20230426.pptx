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4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2.png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6.xml"/><Relationship Id="rId5" Type="http://schemas.openxmlformats.org/officeDocument/2006/relationships/image" Target="../media/image4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image" Target="../media/image3.png"/><Relationship Id="rId1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image" Target="../media/image6.png"/><Relationship Id="rId3" Type="http://schemas.openxmlformats.org/officeDocument/2006/relationships/tags" Target="../tags/tag78.xml"/><Relationship Id="rId2" Type="http://schemas.openxmlformats.org/officeDocument/2006/relationships/image" Target="../media/image5.png"/><Relationship Id="rId1" Type="http://schemas.openxmlformats.org/officeDocument/2006/relationships/tags" Target="../tags/tag7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image" Target="../media/image8.png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7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image" Target="../media/image9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image" Target="../media/image10.png"/><Relationship Id="rId10" Type="http://schemas.openxmlformats.org/officeDocument/2006/relationships/tags" Target="../tags/tag99.xml"/><Relationship Id="rId1" Type="http://schemas.openxmlformats.org/officeDocument/2006/relationships/tags" Target="../tags/tag9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image" Target="../media/image11.png"/><Relationship Id="rId1" Type="http://schemas.openxmlformats.org/officeDocument/2006/relationships/tags" Target="../tags/tag10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image" Target="../media/image12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6.xml"/><Relationship Id="rId10" Type="http://schemas.openxmlformats.org/officeDocument/2006/relationships/image" Target="../media/image13.png"/><Relationship Id="rId1" Type="http://schemas.openxmlformats.org/officeDocument/2006/relationships/tags" Target="../tags/tag10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image" Target="../media/image14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25.xml"/><Relationship Id="rId10" Type="http://schemas.openxmlformats.org/officeDocument/2006/relationships/image" Target="../media/image15.png"/><Relationship Id="rId1" Type="http://schemas.openxmlformats.org/officeDocument/2006/relationships/tags" Target="../tags/tag11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image" Target="../media/image16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35.xml"/><Relationship Id="rId11" Type="http://schemas.openxmlformats.org/officeDocument/2006/relationships/image" Target="../media/image17.png"/><Relationship Id="rId10" Type="http://schemas.openxmlformats.org/officeDocument/2006/relationships/tags" Target="../tags/tag134.xml"/><Relationship Id="rId1" Type="http://schemas.openxmlformats.org/officeDocument/2006/relationships/tags" Target="../tags/tag12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image" Target="../media/image18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44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9190" y="250825"/>
            <a:ext cx="2898775" cy="6315075"/>
          </a:xfrm>
          <a:prstGeom prst="rect">
            <a:avLst/>
          </a:prstGeom>
        </p:spPr>
      </p:pic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2136140" y="122047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" name="椭圆 3"/>
          <p:cNvSpPr/>
          <p:nvPr>
            <p:custDataLst>
              <p:tags r:id="rId4"/>
            </p:custDataLst>
          </p:nvPr>
        </p:nvSpPr>
        <p:spPr>
          <a:xfrm>
            <a:off x="839470" y="82994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椭圆 4"/>
          <p:cNvSpPr/>
          <p:nvPr>
            <p:custDataLst>
              <p:tags r:id="rId5"/>
            </p:custDataLst>
          </p:nvPr>
        </p:nvSpPr>
        <p:spPr>
          <a:xfrm>
            <a:off x="748665" y="515556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007485" y="198882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519"/>
          <a:stretch>
            <a:fillRect/>
          </a:stretch>
        </p:blipFill>
        <p:spPr>
          <a:xfrm>
            <a:off x="7604760" y="1037590"/>
            <a:ext cx="4446270" cy="37147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208145" y="27146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数字字体</a:t>
            </a:r>
            <a:r>
              <a:rPr lang="zh-CN" altLang="en-US"/>
              <a:t>不对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日期与时间中间加间隔或空格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3.</a:t>
            </a:r>
            <a:r>
              <a:rPr lang="zh-CN" altLang="en-US"/>
              <a:t>卡片圆角</a:t>
            </a:r>
            <a:r>
              <a:rPr lang="zh-CN" altLang="en-US"/>
              <a:t>不对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>
                <a:sym typeface="+mn-ea"/>
              </a:rPr>
              <a:t>4.</a:t>
            </a:r>
            <a:r>
              <a:rPr lang="zh-CN" altLang="en-US">
                <a:sym typeface="+mn-ea"/>
              </a:rPr>
              <a:t>页面标题栏高度太小</a:t>
            </a:r>
            <a:endParaRPr lang="zh-CN" altLang="en-US"/>
          </a:p>
          <a:p>
            <a:pPr>
              <a:lnSpc>
                <a:spcPct val="110000"/>
              </a:lnSpc>
            </a:pP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0"/>
            </p:custDataLst>
          </p:nvPr>
        </p:nvSpPr>
        <p:spPr>
          <a:xfrm>
            <a:off x="1123950" y="212090"/>
            <a:ext cx="3084195" cy="61785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11"/>
            </p:custDataLst>
          </p:nvPr>
        </p:nvSpPr>
        <p:spPr>
          <a:xfrm>
            <a:off x="4151630" y="32575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</p:spTree>
    <p:custDataLst>
      <p:tags r:id="rId1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42390" y="319405"/>
            <a:ext cx="2828925" cy="61976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208145" y="27146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数字及</a:t>
            </a:r>
            <a:r>
              <a:rPr lang="zh-CN" altLang="en-US"/>
              <a:t>字母字体</a:t>
            </a:r>
            <a:r>
              <a:rPr lang="zh-CN" altLang="en-US"/>
              <a:t>不对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130540" y="319405"/>
            <a:ext cx="2489835" cy="60801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23010" y="318770"/>
            <a:ext cx="2942590" cy="6359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48880" y="1859915"/>
            <a:ext cx="4400550" cy="32766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4208145" y="27146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zh-CN" altLang="en-US"/>
              <a:t>弹窗样式</a:t>
            </a:r>
            <a:r>
              <a:rPr lang="zh-CN" altLang="en-US"/>
              <a:t>不对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2495" y="436880"/>
            <a:ext cx="2790190" cy="598678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912495" y="436880"/>
            <a:ext cx="3084195" cy="61785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208145" y="27146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页面标题栏高度太小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布局歪了，字体颜色不对，标签大小</a:t>
            </a:r>
            <a:r>
              <a:rPr lang="zh-CN" altLang="en-US"/>
              <a:t>不对，再根据</a:t>
            </a:r>
            <a:r>
              <a:rPr lang="en-US" altLang="zh-CN"/>
              <a:t>UI</a:t>
            </a:r>
            <a:r>
              <a:rPr lang="zh-CN" altLang="en-US"/>
              <a:t>调整</a:t>
            </a:r>
            <a:r>
              <a:rPr lang="zh-CN" altLang="en-US"/>
              <a:t>一下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3.</a:t>
            </a:r>
            <a:r>
              <a:rPr lang="zh-CN" altLang="en-US"/>
              <a:t>按钮位置有白色</a:t>
            </a:r>
            <a:r>
              <a:rPr lang="zh-CN" altLang="en-US"/>
              <a:t>背景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079740" y="208915"/>
            <a:ext cx="2787650" cy="6358255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912495" y="1124585"/>
            <a:ext cx="2912110" cy="72771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912495" y="5229225"/>
            <a:ext cx="2912110" cy="11938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7" name="椭圆 6"/>
          <p:cNvSpPr/>
          <p:nvPr>
            <p:custDataLst>
              <p:tags r:id="rId9"/>
            </p:custDataLst>
          </p:nvPr>
        </p:nvSpPr>
        <p:spPr>
          <a:xfrm>
            <a:off x="3824605" y="126301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8" name="椭圆 7"/>
          <p:cNvSpPr/>
          <p:nvPr>
            <p:custDataLst>
              <p:tags r:id="rId10"/>
            </p:custDataLst>
          </p:nvPr>
        </p:nvSpPr>
        <p:spPr>
          <a:xfrm>
            <a:off x="521970" y="55054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椭圆 8"/>
          <p:cNvSpPr/>
          <p:nvPr>
            <p:custDataLst>
              <p:tags r:id="rId11"/>
            </p:custDataLst>
          </p:nvPr>
        </p:nvSpPr>
        <p:spPr>
          <a:xfrm>
            <a:off x="3759835" y="553148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0815" y="329565"/>
            <a:ext cx="2880360" cy="6198870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440815" y="3065145"/>
            <a:ext cx="1277620" cy="36385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1050290" y="311023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1487170" y="3500755"/>
            <a:ext cx="742950" cy="36385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487170" y="4509135"/>
            <a:ext cx="742950" cy="36385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7" name="椭圆 6"/>
          <p:cNvSpPr/>
          <p:nvPr>
            <p:custDataLst>
              <p:tags r:id="rId7"/>
            </p:custDataLst>
          </p:nvPr>
        </p:nvSpPr>
        <p:spPr>
          <a:xfrm>
            <a:off x="1050290" y="448246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椭圆 8"/>
          <p:cNvSpPr/>
          <p:nvPr>
            <p:custDataLst>
              <p:tags r:id="rId8"/>
            </p:custDataLst>
          </p:nvPr>
        </p:nvSpPr>
        <p:spPr>
          <a:xfrm>
            <a:off x="1050290" y="544512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1487170" y="5445125"/>
            <a:ext cx="2771140" cy="36385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33715" y="129540"/>
            <a:ext cx="2785110" cy="63988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659630" y="29305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字体</a:t>
            </a:r>
            <a:r>
              <a:rPr lang="zh-CN" altLang="en-US"/>
              <a:t>加粗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字体不</a:t>
            </a:r>
            <a:r>
              <a:rPr lang="zh-CN" altLang="en-US"/>
              <a:t>加粗，勾选图标与文字对齐，勾选图标</a:t>
            </a:r>
            <a:r>
              <a:rPr lang="zh-CN" altLang="en-US"/>
              <a:t>不对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67180" y="340360"/>
            <a:ext cx="2870835" cy="617728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790065" y="3971290"/>
            <a:ext cx="1651000" cy="3333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790065" y="4940935"/>
            <a:ext cx="884555" cy="3333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3359785" y="5010785"/>
            <a:ext cx="784860" cy="26352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659630" y="29305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zh-CN" altLang="en-US"/>
              <a:t>数字字体不对，其他问题同上</a:t>
            </a:r>
            <a:r>
              <a:rPr lang="zh-CN" altLang="en-US"/>
              <a:t>页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2665" y="325120"/>
            <a:ext cx="2952115" cy="633095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062990" y="3507740"/>
            <a:ext cx="1580515" cy="26352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475740" y="4006850"/>
            <a:ext cx="1167765" cy="26352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737235" y="338074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659630" y="29305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字体</a:t>
            </a:r>
            <a:r>
              <a:rPr lang="zh-CN" altLang="en-US"/>
              <a:t>加粗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文字偏上，上下</a:t>
            </a:r>
            <a:r>
              <a:rPr lang="zh-CN" altLang="en-US"/>
              <a:t>居中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3.</a:t>
            </a:r>
            <a:r>
              <a:rPr lang="zh-CN" altLang="en-US"/>
              <a:t>图片歪</a:t>
            </a:r>
            <a:r>
              <a:rPr lang="zh-CN" altLang="en-US"/>
              <a:t>了</a:t>
            </a:r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7"/>
            </p:custDataLst>
          </p:nvPr>
        </p:nvSpPr>
        <p:spPr>
          <a:xfrm>
            <a:off x="767080" y="387985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" name="椭圆 5"/>
          <p:cNvSpPr/>
          <p:nvPr>
            <p:custDataLst>
              <p:tags r:id="rId8"/>
            </p:custDataLst>
          </p:nvPr>
        </p:nvSpPr>
        <p:spPr>
          <a:xfrm>
            <a:off x="928370" y="479742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94600" y="1247140"/>
            <a:ext cx="4229100" cy="465772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02360" y="217805"/>
            <a:ext cx="2969260" cy="6422390"/>
          </a:xfrm>
          <a:prstGeom prst="rect">
            <a:avLst/>
          </a:prstGeom>
        </p:spPr>
      </p:pic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737235" y="338074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椭圆 4"/>
          <p:cNvSpPr/>
          <p:nvPr>
            <p:custDataLst>
              <p:tags r:id="rId4"/>
            </p:custDataLst>
          </p:nvPr>
        </p:nvSpPr>
        <p:spPr>
          <a:xfrm>
            <a:off x="767080" y="387985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928370" y="479742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6"/>
            </p:custDataLst>
          </p:nvPr>
        </p:nvSpPr>
        <p:spPr>
          <a:xfrm>
            <a:off x="3791585" y="436499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" name="椭圆 3"/>
          <p:cNvSpPr/>
          <p:nvPr>
            <p:custDataLst>
              <p:tags r:id="rId7"/>
            </p:custDataLst>
          </p:nvPr>
        </p:nvSpPr>
        <p:spPr>
          <a:xfrm>
            <a:off x="3863340" y="494093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659630" y="29305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字体</a:t>
            </a:r>
            <a:r>
              <a:rPr lang="zh-CN" altLang="en-US"/>
              <a:t>加粗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字体不加粗，偏上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3.</a:t>
            </a:r>
            <a:r>
              <a:rPr lang="zh-CN" altLang="en-US">
                <a:sym typeface="+mn-ea"/>
              </a:rPr>
              <a:t>字体不加粗，偏下</a:t>
            </a:r>
            <a:endParaRPr lang="zh-CN" altLang="en-US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sym typeface="+mn-ea"/>
              </a:rPr>
              <a:t>4.</a:t>
            </a:r>
            <a:r>
              <a:rPr lang="zh-CN" altLang="en-US">
                <a:sym typeface="+mn-ea"/>
              </a:rPr>
              <a:t>图标</a:t>
            </a:r>
            <a:r>
              <a:rPr lang="zh-CN" altLang="en-US">
                <a:sym typeface="+mn-ea"/>
              </a:rPr>
              <a:t>不对</a:t>
            </a:r>
            <a:endParaRPr lang="zh-CN" altLang="en-US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描边太淡？</a:t>
            </a:r>
            <a:r>
              <a:rPr lang="zh-CN" altLang="en-US">
                <a:sym typeface="+mn-ea"/>
              </a:rPr>
              <a:t>太细？</a:t>
            </a:r>
            <a:endParaRPr lang="zh-CN" altLang="en-US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700645" y="217805"/>
            <a:ext cx="2814320" cy="641477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35735" y="143510"/>
            <a:ext cx="3036570" cy="6570345"/>
          </a:xfrm>
          <a:prstGeom prst="rect">
            <a:avLst/>
          </a:prstGeom>
        </p:spPr>
      </p:pic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3300730" y="72644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>
            <a:off x="3791585" y="147764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3" name="椭圆 12"/>
          <p:cNvSpPr/>
          <p:nvPr>
            <p:custDataLst>
              <p:tags r:id="rId5"/>
            </p:custDataLst>
          </p:nvPr>
        </p:nvSpPr>
        <p:spPr>
          <a:xfrm>
            <a:off x="4379595" y="594804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6" name="椭圆 15"/>
          <p:cNvSpPr/>
          <p:nvPr>
            <p:custDataLst>
              <p:tags r:id="rId6"/>
            </p:custDataLst>
          </p:nvPr>
        </p:nvSpPr>
        <p:spPr>
          <a:xfrm>
            <a:off x="4253865" y="270891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椭圆 16"/>
          <p:cNvSpPr/>
          <p:nvPr>
            <p:custDataLst>
              <p:tags r:id="rId7"/>
            </p:custDataLst>
          </p:nvPr>
        </p:nvSpPr>
        <p:spPr>
          <a:xfrm>
            <a:off x="2855595" y="3933190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8" name="椭圆 17"/>
          <p:cNvSpPr/>
          <p:nvPr>
            <p:custDataLst>
              <p:tags r:id="rId8"/>
            </p:custDataLst>
          </p:nvPr>
        </p:nvSpPr>
        <p:spPr>
          <a:xfrm>
            <a:off x="2855595" y="475551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4659630" y="2930525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箭头偏下，与文字上下</a:t>
            </a:r>
            <a:r>
              <a:rPr lang="zh-CN" altLang="en-US"/>
              <a:t>居中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字体</a:t>
            </a:r>
            <a:r>
              <a:rPr lang="zh-CN" altLang="en-US"/>
              <a:t>不加粗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3.</a:t>
            </a:r>
            <a:r>
              <a:rPr lang="zh-CN" altLang="en-US"/>
              <a:t>广告加</a:t>
            </a:r>
            <a:r>
              <a:rPr lang="zh-CN" altLang="en-US"/>
              <a:t>圆角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406130" y="193040"/>
            <a:ext cx="2699385" cy="623125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3520" y="229870"/>
            <a:ext cx="2999740" cy="639826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588135" y="4778375"/>
            <a:ext cx="753110" cy="26352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1102995" y="465137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703070" y="5229225"/>
            <a:ext cx="1328420" cy="39497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3287395" y="5589270"/>
            <a:ext cx="1113155" cy="14351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6" name="椭圆 5"/>
          <p:cNvSpPr/>
          <p:nvPr>
            <p:custDataLst>
              <p:tags r:id="rId7"/>
            </p:custDataLst>
          </p:nvPr>
        </p:nvSpPr>
        <p:spPr>
          <a:xfrm>
            <a:off x="1199515" y="519874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椭圆 6"/>
          <p:cNvSpPr/>
          <p:nvPr>
            <p:custDataLst>
              <p:tags r:id="rId8"/>
            </p:custDataLst>
          </p:nvPr>
        </p:nvSpPr>
        <p:spPr>
          <a:xfrm>
            <a:off x="4493260" y="5445125"/>
            <a:ext cx="390525" cy="3905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4883785" y="2849880"/>
            <a:ext cx="347408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/>
              <a:t>1.</a:t>
            </a:r>
            <a:r>
              <a:rPr lang="zh-CN" altLang="en-US"/>
              <a:t>字体</a:t>
            </a:r>
            <a:r>
              <a:rPr lang="zh-CN" altLang="en-US"/>
              <a:t>加粗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2.</a:t>
            </a:r>
            <a:r>
              <a:rPr lang="zh-CN" altLang="en-US"/>
              <a:t>显示</a:t>
            </a:r>
            <a:r>
              <a:rPr lang="zh-CN" altLang="en-US"/>
              <a:t>不全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3.</a:t>
            </a:r>
            <a:r>
              <a:rPr lang="zh-CN" altLang="en-US"/>
              <a:t>描边太淡？太</a:t>
            </a:r>
            <a:r>
              <a:rPr lang="zh-CN" altLang="en-US"/>
              <a:t>细？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45.xml><?xml version="1.0" encoding="utf-8"?>
<p:tagLst xmlns:p="http://schemas.openxmlformats.org/presentationml/2006/main">
  <p:tag name="COMMONDATA" val="eyJoZGlkIjoiZjRjMGExMzBjOTU5MzA5YWUyMjU4ODk1ODk1ODlmYzcifQ=="/>
  <p:tag name="KSO_WPP_MARK_KEY" val="111f9e80-94bf-440c-89fe-8b7ab72ec67f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WPS 演示</Application>
  <PresentationFormat>宽屏</PresentationFormat>
  <Paragraphs>93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CYC</cp:lastModifiedBy>
  <cp:revision>201</cp:revision>
  <dcterms:created xsi:type="dcterms:W3CDTF">2019-06-19T02:08:00Z</dcterms:created>
  <dcterms:modified xsi:type="dcterms:W3CDTF">2023-04-26T02:56:25Z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B8B123B2E5C240DA9157DD58546B43F4_13</vt:lpwstr>
  </property>
</Properties>
</file>