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2F3F7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4098"/>
            <a:ext cx="12192000" cy="670980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115039"/>
            <a:ext cx="12192000" cy="662792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